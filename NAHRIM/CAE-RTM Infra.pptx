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598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213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70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78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47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478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386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845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6991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07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58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443B9-5BFF-499B-B04A-C986B5FBBCE2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54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99" y="360404"/>
            <a:ext cx="9185621" cy="62525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/>
        </p:nvSpPr>
        <p:spPr>
          <a:xfrm>
            <a:off x="1894801" y="879392"/>
            <a:ext cx="8431859" cy="14828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1894801" y="2656371"/>
            <a:ext cx="8431859" cy="21457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/>
          <p:cNvSpPr/>
          <p:nvPr/>
        </p:nvSpPr>
        <p:spPr>
          <a:xfrm>
            <a:off x="1894801" y="5077439"/>
            <a:ext cx="8431859" cy="1271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4634895" y="88810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Web Subnet (172.16.1.0/24)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84638" y="265559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App Subnet (172.16.2.0/24)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4638" y="5065759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Db Subnet (172.16.3.0/24)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3657" y="1325095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SFTP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47362" y="1328166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Nginx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81925" y="3351912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Tableau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51091" y="3345259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React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32023" y="3384389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OBS</a:t>
            </a:r>
            <a:endParaRPr lang="en-MY" dirty="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88205" y="5386005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RDS</a:t>
            </a:r>
            <a:endParaRPr lang="en-MY" dirty="0">
              <a:latin typeface="+mj-lt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2" y="5327925"/>
            <a:ext cx="664007" cy="33711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25120" y="2951804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Open AI</a:t>
            </a:r>
            <a:endParaRPr lang="en-MY" dirty="0">
              <a:latin typeface="+mj-lt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733" y="3015128"/>
            <a:ext cx="664007" cy="33711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25121" y="1177611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Internal Data</a:t>
            </a:r>
            <a:endParaRPr lang="en-MY" dirty="0"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5121" y="2051365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Socmed</a:t>
            </a:r>
            <a:endParaRPr lang="en-MY" dirty="0">
              <a:latin typeface="+mj-lt"/>
            </a:endParaRPr>
          </a:p>
        </p:txBody>
      </p:sp>
      <p:cxnSp>
        <p:nvCxnSpPr>
          <p:cNvPr id="38" name="Elbow Connector 37"/>
          <p:cNvCxnSpPr>
            <a:stCxn id="17" idx="2"/>
            <a:endCxn id="19" idx="0"/>
          </p:cNvCxnSpPr>
          <p:nvPr/>
        </p:nvCxnSpPr>
        <p:spPr>
          <a:xfrm rot="16200000" flipH="1">
            <a:off x="7325334" y="2551090"/>
            <a:ext cx="1584607" cy="37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18" idx="2"/>
            <a:endCxn id="23" idx="1"/>
          </p:cNvCxnSpPr>
          <p:nvPr/>
        </p:nvCxnSpPr>
        <p:spPr>
          <a:xfrm rot="16200000" flipH="1">
            <a:off x="6110345" y="4424388"/>
            <a:ext cx="1817850" cy="5378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19" idx="2"/>
            <a:endCxn id="23" idx="3"/>
          </p:cNvCxnSpPr>
          <p:nvPr/>
        </p:nvCxnSpPr>
        <p:spPr>
          <a:xfrm rot="16200000" flipH="1">
            <a:off x="7360013" y="4537233"/>
            <a:ext cx="1824503" cy="305525"/>
          </a:xfrm>
          <a:prstGeom prst="bentConnector4">
            <a:avLst>
              <a:gd name="adj1" fmla="val 44074"/>
              <a:gd name="adj2" fmla="val 2608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32922" y="3842790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OBS Browser+</a:t>
            </a:r>
            <a:endParaRPr lang="en-MY" dirty="0">
              <a:latin typeface="+mj-lt"/>
            </a:endParaRPr>
          </a:p>
        </p:txBody>
      </p:sp>
      <p:cxnSp>
        <p:nvCxnSpPr>
          <p:cNvPr id="64" name="Straight Arrow Connector 63"/>
          <p:cNvCxnSpPr>
            <a:stCxn id="28" idx="0"/>
            <a:endCxn id="62" idx="2"/>
          </p:cNvCxnSpPr>
          <p:nvPr/>
        </p:nvCxnSpPr>
        <p:spPr>
          <a:xfrm flipV="1">
            <a:off x="795156" y="4578017"/>
            <a:ext cx="1" cy="74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stCxn id="32" idx="3"/>
            <a:endCxn id="22" idx="0"/>
          </p:cNvCxnSpPr>
          <p:nvPr/>
        </p:nvCxnSpPr>
        <p:spPr>
          <a:xfrm>
            <a:off x="1349590" y="2418979"/>
            <a:ext cx="4073044" cy="965410"/>
          </a:xfrm>
          <a:prstGeom prst="bentConnector2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29" idx="3"/>
          </p:cNvCxnSpPr>
          <p:nvPr/>
        </p:nvCxnSpPr>
        <p:spPr>
          <a:xfrm flipV="1">
            <a:off x="1349589" y="2976546"/>
            <a:ext cx="4073045" cy="342872"/>
          </a:xfrm>
          <a:prstGeom prst="bentConnector3">
            <a:avLst>
              <a:gd name="adj1" fmla="val 46455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/>
          <p:nvPr/>
        </p:nvCxnSpPr>
        <p:spPr>
          <a:xfrm>
            <a:off x="1349589" y="1783496"/>
            <a:ext cx="4073045" cy="1017088"/>
          </a:xfrm>
          <a:prstGeom prst="bentConnector3">
            <a:avLst>
              <a:gd name="adj1" fmla="val 46751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14" idx="1"/>
          </p:cNvCxnSpPr>
          <p:nvPr/>
        </p:nvCxnSpPr>
        <p:spPr>
          <a:xfrm flipV="1">
            <a:off x="679702" y="1541338"/>
            <a:ext cx="3133955" cy="17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195" idx="1"/>
            <a:endCxn id="17" idx="3"/>
          </p:cNvCxnSpPr>
          <p:nvPr/>
        </p:nvCxnSpPr>
        <p:spPr>
          <a:xfrm flipH="1">
            <a:off x="8684184" y="1528124"/>
            <a:ext cx="2143244" cy="1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017068" y="3375892"/>
            <a:ext cx="7156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User</a:t>
            </a:r>
            <a:endParaRPr lang="en-MY" sz="1050" dirty="0"/>
          </a:p>
        </p:txBody>
      </p:sp>
      <p:sp>
        <p:nvSpPr>
          <p:cNvPr id="90" name="TextBox 89"/>
          <p:cNvSpPr txBox="1"/>
          <p:nvPr/>
        </p:nvSpPr>
        <p:spPr>
          <a:xfrm>
            <a:off x="432606" y="5665036"/>
            <a:ext cx="7156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User</a:t>
            </a:r>
            <a:endParaRPr lang="en-MY" sz="1050" dirty="0"/>
          </a:p>
        </p:txBody>
      </p:sp>
      <p:sp>
        <p:nvSpPr>
          <p:cNvPr id="92" name="Rectangle 91"/>
          <p:cNvSpPr/>
          <p:nvPr/>
        </p:nvSpPr>
        <p:spPr>
          <a:xfrm>
            <a:off x="1524099" y="360408"/>
            <a:ext cx="5634682" cy="300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VPC </a:t>
            </a:r>
            <a:r>
              <a:rPr lang="en-US" sz="1400" dirty="0">
                <a:solidFill>
                  <a:schemeClr val="tx1"/>
                </a:solidFill>
              </a:rPr>
              <a:t>(172.16.0.0/16)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107" name="Straight Arrow Connector 106"/>
          <p:cNvCxnSpPr>
            <a:stCxn id="18" idx="3"/>
            <a:endCxn id="19" idx="1"/>
          </p:cNvCxnSpPr>
          <p:nvPr/>
        </p:nvCxnSpPr>
        <p:spPr>
          <a:xfrm flipV="1">
            <a:off x="7318747" y="3561502"/>
            <a:ext cx="232344" cy="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8905633" y="3920004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CICD</a:t>
            </a:r>
            <a:endParaRPr lang="en-MY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3351016" y="3231919"/>
            <a:ext cx="1377513" cy="13761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DAYU</a:t>
            </a:r>
            <a:endParaRPr lang="en-MY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85057" y="3385539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CDM</a:t>
            </a:r>
            <a:endParaRPr lang="en-MY" dirty="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54223" y="3384389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DLI</a:t>
            </a:r>
            <a:endParaRPr lang="en-MY" dirty="0">
              <a:latin typeface="+mj-lt"/>
            </a:endParaRPr>
          </a:p>
        </p:txBody>
      </p:sp>
      <p:cxnSp>
        <p:nvCxnSpPr>
          <p:cNvPr id="60" name="Straight Arrow Connector 59"/>
          <p:cNvCxnSpPr>
            <a:stCxn id="21" idx="3"/>
            <a:endCxn id="22" idx="1"/>
          </p:cNvCxnSpPr>
          <p:nvPr/>
        </p:nvCxnSpPr>
        <p:spPr>
          <a:xfrm flipV="1">
            <a:off x="4621879" y="3600632"/>
            <a:ext cx="232344" cy="1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21" idx="1"/>
            <a:endCxn id="20" idx="3"/>
          </p:cNvCxnSpPr>
          <p:nvPr/>
        </p:nvCxnSpPr>
        <p:spPr>
          <a:xfrm flipH="1" flipV="1">
            <a:off x="3168845" y="3600632"/>
            <a:ext cx="316212" cy="11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4" idx="2"/>
            <a:endCxn id="21" idx="0"/>
          </p:cNvCxnSpPr>
          <p:nvPr/>
        </p:nvCxnSpPr>
        <p:spPr>
          <a:xfrm rot="5400000">
            <a:off x="3403789" y="2407260"/>
            <a:ext cx="1627958" cy="328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22" idx="2"/>
            <a:endCxn id="23" idx="2"/>
          </p:cNvCxnSpPr>
          <p:nvPr/>
        </p:nvCxnSpPr>
        <p:spPr>
          <a:xfrm rot="16200000" flipH="1">
            <a:off x="5638817" y="3600692"/>
            <a:ext cx="2001616" cy="2433982"/>
          </a:xfrm>
          <a:prstGeom prst="bentConnector3">
            <a:avLst>
              <a:gd name="adj1" fmla="val 111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Elbow Connector 177"/>
          <p:cNvCxnSpPr>
            <a:stCxn id="62" idx="3"/>
          </p:cNvCxnSpPr>
          <p:nvPr/>
        </p:nvCxnSpPr>
        <p:spPr>
          <a:xfrm flipV="1">
            <a:off x="1357391" y="3777744"/>
            <a:ext cx="2122355" cy="432660"/>
          </a:xfrm>
          <a:prstGeom prst="bentConnector3">
            <a:avLst>
              <a:gd name="adj1" fmla="val 885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/>
          <p:cNvSpPr/>
          <p:nvPr/>
        </p:nvSpPr>
        <p:spPr>
          <a:xfrm>
            <a:off x="3479746" y="4033117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DataArts</a:t>
            </a:r>
          </a:p>
          <a:p>
            <a:pPr algn="ctr"/>
            <a:r>
              <a:rPr lang="en-US" sz="1400" dirty="0">
                <a:latin typeface="+mj-lt"/>
              </a:rPr>
              <a:t>Factory</a:t>
            </a:r>
            <a:endParaRPr lang="en-MY" sz="1400" dirty="0">
              <a:latin typeface="+mj-lt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10827428" y="1311881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WAF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9" name="Straight Arrow Connector 198"/>
          <p:cNvCxnSpPr>
            <a:stCxn id="30" idx="0"/>
            <a:endCxn id="195" idx="2"/>
          </p:cNvCxnSpPr>
          <p:nvPr/>
        </p:nvCxnSpPr>
        <p:spPr>
          <a:xfrm flipH="1" flipV="1">
            <a:off x="11395839" y="1744367"/>
            <a:ext cx="4898" cy="1270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Elbow Connector 209"/>
          <p:cNvCxnSpPr>
            <a:endCxn id="147" idx="1"/>
          </p:cNvCxnSpPr>
          <p:nvPr/>
        </p:nvCxnSpPr>
        <p:spPr>
          <a:xfrm>
            <a:off x="8353703" y="3777745"/>
            <a:ext cx="551930" cy="358502"/>
          </a:xfrm>
          <a:prstGeom prst="bentConnector3">
            <a:avLst>
              <a:gd name="adj1" fmla="val -44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Elbow Connector 211"/>
          <p:cNvCxnSpPr/>
          <p:nvPr/>
        </p:nvCxnSpPr>
        <p:spPr>
          <a:xfrm>
            <a:off x="6958473" y="3791029"/>
            <a:ext cx="1947162" cy="242087"/>
          </a:xfrm>
          <a:prstGeom prst="bentConnector3">
            <a:avLst>
              <a:gd name="adj1" fmla="val 2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lbow Connector 214"/>
          <p:cNvCxnSpPr/>
          <p:nvPr/>
        </p:nvCxnSpPr>
        <p:spPr>
          <a:xfrm>
            <a:off x="5654842" y="3823506"/>
            <a:ext cx="3250791" cy="432484"/>
          </a:xfrm>
          <a:prstGeom prst="bentConnector3">
            <a:avLst>
              <a:gd name="adj1" fmla="val 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89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772B-742B-149C-2D92-66CBEEA8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BDE620-5841-9741-2E97-CF9889B39E09}"/>
              </a:ext>
            </a:extLst>
          </p:cNvPr>
          <p:cNvSpPr/>
          <p:nvPr/>
        </p:nvSpPr>
        <p:spPr>
          <a:xfrm>
            <a:off x="1524099" y="360404"/>
            <a:ext cx="9185621" cy="62525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C68FD-A6E0-A851-3EE7-829CA9C6A4D4}"/>
              </a:ext>
            </a:extLst>
          </p:cNvPr>
          <p:cNvSpPr/>
          <p:nvPr/>
        </p:nvSpPr>
        <p:spPr>
          <a:xfrm>
            <a:off x="1894801" y="879392"/>
            <a:ext cx="8431859" cy="14828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71063-0BC4-2878-E09D-C2EEE58E4600}"/>
              </a:ext>
            </a:extLst>
          </p:cNvPr>
          <p:cNvSpPr/>
          <p:nvPr/>
        </p:nvSpPr>
        <p:spPr>
          <a:xfrm>
            <a:off x="1894801" y="2656371"/>
            <a:ext cx="8431859" cy="21457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0D194B-8366-8822-4EA5-ECA78213D8F4}"/>
              </a:ext>
            </a:extLst>
          </p:cNvPr>
          <p:cNvSpPr/>
          <p:nvPr/>
        </p:nvSpPr>
        <p:spPr>
          <a:xfrm>
            <a:off x="1894801" y="5077439"/>
            <a:ext cx="8431859" cy="1271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E6960-2537-DC7E-0758-002C6F1A137E}"/>
              </a:ext>
            </a:extLst>
          </p:cNvPr>
          <p:cNvSpPr/>
          <p:nvPr/>
        </p:nvSpPr>
        <p:spPr>
          <a:xfrm>
            <a:off x="4634895" y="88810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Public Subnet ()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EDC5F-FCEA-5F91-ED8C-6469EDDE7595}"/>
              </a:ext>
            </a:extLst>
          </p:cNvPr>
          <p:cNvSpPr/>
          <p:nvPr/>
        </p:nvSpPr>
        <p:spPr>
          <a:xfrm>
            <a:off x="4684638" y="265559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Private Subnet ()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852DD-44CC-1DA6-E9AC-F671BD969B68}"/>
              </a:ext>
            </a:extLst>
          </p:cNvPr>
          <p:cNvSpPr/>
          <p:nvPr/>
        </p:nvSpPr>
        <p:spPr>
          <a:xfrm>
            <a:off x="4684638" y="5065759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Private Subnet ()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8E85A-D278-03C2-FBC2-DBC42E7EC2D4}"/>
              </a:ext>
            </a:extLst>
          </p:cNvPr>
          <p:cNvSpPr/>
          <p:nvPr/>
        </p:nvSpPr>
        <p:spPr>
          <a:xfrm>
            <a:off x="2214194" y="1165485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ECS - Bastion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EDDA4F-BE9D-E5E2-9B93-53F0D48F9105}"/>
              </a:ext>
            </a:extLst>
          </p:cNvPr>
          <p:cNvSpPr/>
          <p:nvPr/>
        </p:nvSpPr>
        <p:spPr>
          <a:xfrm>
            <a:off x="3670409" y="1305443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NAT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5F68D6-0C94-DBE4-CD7D-A28720EA76F4}"/>
              </a:ext>
            </a:extLst>
          </p:cNvPr>
          <p:cNvSpPr/>
          <p:nvPr/>
        </p:nvSpPr>
        <p:spPr>
          <a:xfrm>
            <a:off x="3632243" y="5187264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OBS</a:t>
            </a:r>
            <a:endParaRPr lang="en-MY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FDCB99-9F6D-72A1-8BAD-AE5D52DB8875}"/>
              </a:ext>
            </a:extLst>
          </p:cNvPr>
          <p:cNvSpPr/>
          <p:nvPr/>
        </p:nvSpPr>
        <p:spPr>
          <a:xfrm>
            <a:off x="6737441" y="5762365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API</a:t>
            </a:r>
            <a:endParaRPr lang="en-MY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0EAC9D-3377-5B2A-2E33-9583E5DABFFA}"/>
              </a:ext>
            </a:extLst>
          </p:cNvPr>
          <p:cNvSpPr/>
          <p:nvPr/>
        </p:nvSpPr>
        <p:spPr>
          <a:xfrm>
            <a:off x="225120" y="3289263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+mj-lt"/>
              </a:rPr>
              <a:t>OpenMetro</a:t>
            </a:r>
            <a:endParaRPr lang="en-MY" sz="1400" dirty="0">
              <a:latin typeface="+mj-lt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8DC9F8-3C57-679E-E3A0-852AD55A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733" y="3015128"/>
            <a:ext cx="664007" cy="33711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E0AD6D5-15C4-8E79-541E-F02FBDF1DAAF}"/>
              </a:ext>
            </a:extLst>
          </p:cNvPr>
          <p:cNvSpPr/>
          <p:nvPr/>
        </p:nvSpPr>
        <p:spPr>
          <a:xfrm>
            <a:off x="225121" y="1515070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Google</a:t>
            </a:r>
            <a:endParaRPr lang="en-MY" dirty="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2D695A-BA19-9202-414C-420F8C9F8C7F}"/>
              </a:ext>
            </a:extLst>
          </p:cNvPr>
          <p:cNvSpPr/>
          <p:nvPr/>
        </p:nvSpPr>
        <p:spPr>
          <a:xfrm>
            <a:off x="225121" y="2388824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Met Malaysia</a:t>
            </a:r>
            <a:endParaRPr lang="en-MY" dirty="0"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5F0516D-5128-A72E-361A-216BA8171B49}"/>
              </a:ext>
            </a:extLst>
          </p:cNvPr>
          <p:cNvSpPr/>
          <p:nvPr/>
        </p:nvSpPr>
        <p:spPr>
          <a:xfrm>
            <a:off x="232922" y="4180249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</a:rPr>
              <a:t>OpenData</a:t>
            </a:r>
            <a:endParaRPr lang="en-MY" dirty="0">
              <a:latin typeface="+mj-lt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600BD8-64D6-314D-65B7-972A2987FD45}"/>
              </a:ext>
            </a:extLst>
          </p:cNvPr>
          <p:cNvSpPr txBox="1"/>
          <p:nvPr/>
        </p:nvSpPr>
        <p:spPr>
          <a:xfrm>
            <a:off x="11017068" y="3375892"/>
            <a:ext cx="7156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User</a:t>
            </a:r>
            <a:endParaRPr lang="en-MY" sz="105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1DCE6A0-0345-0615-8E4A-6877F54A0FD6}"/>
              </a:ext>
            </a:extLst>
          </p:cNvPr>
          <p:cNvSpPr/>
          <p:nvPr/>
        </p:nvSpPr>
        <p:spPr>
          <a:xfrm>
            <a:off x="1524099" y="360408"/>
            <a:ext cx="5634682" cy="300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VPC 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D08886-80A4-E126-1187-93D7A457B690}"/>
              </a:ext>
            </a:extLst>
          </p:cNvPr>
          <p:cNvSpPr/>
          <p:nvPr/>
        </p:nvSpPr>
        <p:spPr>
          <a:xfrm>
            <a:off x="5420720" y="5762365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DWS</a:t>
            </a:r>
            <a:endParaRPr lang="en-MY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3D8C1-8BA5-1B0E-9327-7BB55E9F1FD9}"/>
              </a:ext>
            </a:extLst>
          </p:cNvPr>
          <p:cNvSpPr/>
          <p:nvPr/>
        </p:nvSpPr>
        <p:spPr>
          <a:xfrm>
            <a:off x="5420720" y="5161877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DLI</a:t>
            </a:r>
            <a:endParaRPr lang="en-MY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71948-45AB-E600-89F6-3A1C853CA6B9}"/>
              </a:ext>
            </a:extLst>
          </p:cNvPr>
          <p:cNvSpPr/>
          <p:nvPr/>
        </p:nvSpPr>
        <p:spPr>
          <a:xfrm>
            <a:off x="2124719" y="5194650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+mj-lt"/>
              </a:rPr>
              <a:t>FunctionGraph</a:t>
            </a:r>
            <a:endParaRPr lang="en-MY" sz="12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E8E68-5430-B93D-0B38-FBD1CF949F70}"/>
              </a:ext>
            </a:extLst>
          </p:cNvPr>
          <p:cNvSpPr/>
          <p:nvPr/>
        </p:nvSpPr>
        <p:spPr>
          <a:xfrm>
            <a:off x="2196746" y="3274367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ECS - App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F3EE1-C68D-D337-B5E2-5906F71A81A3}"/>
              </a:ext>
            </a:extLst>
          </p:cNvPr>
          <p:cNvSpPr/>
          <p:nvPr/>
        </p:nvSpPr>
        <p:spPr>
          <a:xfrm>
            <a:off x="3704270" y="3247322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EVS (500 + 500)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C4E8BD-5B35-E088-24DB-8A2855D9BC24}"/>
              </a:ext>
            </a:extLst>
          </p:cNvPr>
          <p:cNvSpPr/>
          <p:nvPr/>
        </p:nvSpPr>
        <p:spPr>
          <a:xfrm>
            <a:off x="225119" y="5095392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PETRA</a:t>
            </a:r>
            <a:endParaRPr lang="en-MY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EDBCF3-ABFE-926B-D7C6-AA3F699EB473}"/>
              </a:ext>
            </a:extLst>
          </p:cNvPr>
          <p:cNvSpPr/>
          <p:nvPr/>
        </p:nvSpPr>
        <p:spPr>
          <a:xfrm>
            <a:off x="5200105" y="3328887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APIG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16B4FF-3057-A1F9-3A4F-5E20E337EBC2}"/>
              </a:ext>
            </a:extLst>
          </p:cNvPr>
          <p:cNvSpPr/>
          <p:nvPr/>
        </p:nvSpPr>
        <p:spPr>
          <a:xfrm>
            <a:off x="6737441" y="5150197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CSS</a:t>
            </a:r>
            <a:endParaRPr lang="en-MY" dirty="0">
              <a:latin typeface="+mj-lt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35168D-580A-8049-CC9A-FEE2F5D2A1AC}"/>
              </a:ext>
            </a:extLst>
          </p:cNvPr>
          <p:cNvCxnSpPr>
            <a:cxnSpLocks/>
          </p:cNvCxnSpPr>
          <p:nvPr/>
        </p:nvCxnSpPr>
        <p:spPr>
          <a:xfrm>
            <a:off x="1357391" y="5410893"/>
            <a:ext cx="6424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D3B14F-6F3A-EE6B-C6DB-3A44CEF4018B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261541" y="5403507"/>
            <a:ext cx="370702" cy="8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8E75BB3-E836-09EF-ADEC-BA5DEFAB8CBF}"/>
              </a:ext>
            </a:extLst>
          </p:cNvPr>
          <p:cNvCxnSpPr>
            <a:cxnSpLocks/>
          </p:cNvCxnSpPr>
          <p:nvPr/>
        </p:nvCxnSpPr>
        <p:spPr>
          <a:xfrm>
            <a:off x="4841092" y="5403507"/>
            <a:ext cx="539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842574-3B61-818C-2871-5533B1F9AF32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>
            <a:off x="5989131" y="5594363"/>
            <a:ext cx="0" cy="168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37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11640</TotalTime>
  <Words>80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Norman Sara Binti Othman</dc:creator>
  <cp:lastModifiedBy>Marvin Raj A/L Nadarajan</cp:lastModifiedBy>
  <cp:revision>27</cp:revision>
  <dcterms:created xsi:type="dcterms:W3CDTF">2025-02-27T03:59:16Z</dcterms:created>
  <dcterms:modified xsi:type="dcterms:W3CDTF">2025-12-02T03:02:38Z</dcterms:modified>
</cp:coreProperties>
</file>