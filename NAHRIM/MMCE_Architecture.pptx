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B24E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25/7/2025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65988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25/7/2025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02130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25/7/2025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4709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25/7/2025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87788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25/7/2025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0847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25/7/2025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5478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25/7/2025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7386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25/7/2025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08458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25/7/2025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6991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25/7/2025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4073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443B9-5BFF-499B-B04A-C986B5FBBCE2}" type="datetimeFigureOut">
              <a:rPr lang="en-MY" smtClean="0"/>
              <a:t>25/7/2025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55839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443B9-5BFF-499B-B04A-C986B5FBBCE2}" type="datetimeFigureOut">
              <a:rPr lang="en-MY" smtClean="0"/>
              <a:t>25/7/2025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3EEE2-1F61-4F80-9187-BDF99A951BA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2549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F5430F-1AF9-EF6B-9727-3B3695B525DF}"/>
              </a:ext>
            </a:extLst>
          </p:cNvPr>
          <p:cNvSpPr/>
          <p:nvPr/>
        </p:nvSpPr>
        <p:spPr>
          <a:xfrm>
            <a:off x="1103476" y="166626"/>
            <a:ext cx="10065969" cy="6597967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E8BD69-4ADE-B433-57EC-7CCF2DB4A4C3}"/>
              </a:ext>
            </a:extLst>
          </p:cNvPr>
          <p:cNvSpPr/>
          <p:nvPr/>
        </p:nvSpPr>
        <p:spPr>
          <a:xfrm>
            <a:off x="2081622" y="476278"/>
            <a:ext cx="8431859" cy="12345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4BBC3-A994-6DF1-5E14-47555671BE2A}"/>
              </a:ext>
            </a:extLst>
          </p:cNvPr>
          <p:cNvSpPr/>
          <p:nvPr/>
        </p:nvSpPr>
        <p:spPr>
          <a:xfrm>
            <a:off x="6529184" y="551482"/>
            <a:ext cx="1136822" cy="1084125"/>
          </a:xfrm>
          <a:prstGeom prst="rect">
            <a:avLst/>
          </a:prstGeom>
          <a:solidFill>
            <a:srgbClr val="F4B1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ECS + EVS</a:t>
            </a:r>
            <a:r>
              <a:rPr lang="en-US" sz="1100" dirty="0">
                <a:solidFill>
                  <a:schemeClr val="tx1"/>
                </a:solidFill>
              </a:rPr>
              <a:t>  vCPU</a:t>
            </a:r>
          </a:p>
          <a:p>
            <a:r>
              <a:rPr lang="en-US" sz="1100" dirty="0">
                <a:solidFill>
                  <a:schemeClr val="tx1"/>
                </a:solidFill>
              </a:rPr>
              <a:t>8 GB ram</a:t>
            </a:r>
          </a:p>
          <a:p>
            <a:r>
              <a:rPr lang="en-US" sz="1100" dirty="0">
                <a:solidFill>
                  <a:schemeClr val="tx1"/>
                </a:solidFill>
              </a:rPr>
              <a:t>50 + 50 GB storage</a:t>
            </a:r>
          </a:p>
          <a:p>
            <a:endParaRPr lang="en-MY" sz="1200" b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B2DFDA-4E0D-401C-B0C1-551C60384496}"/>
              </a:ext>
            </a:extLst>
          </p:cNvPr>
          <p:cNvSpPr/>
          <p:nvPr/>
        </p:nvSpPr>
        <p:spPr>
          <a:xfrm>
            <a:off x="7869979" y="551482"/>
            <a:ext cx="1136822" cy="108412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ECS + EVS</a:t>
            </a:r>
            <a:r>
              <a:rPr lang="en-US" sz="1100" dirty="0">
                <a:solidFill>
                  <a:schemeClr val="tx1"/>
                </a:solidFill>
              </a:rPr>
              <a:t>  4vCPU</a:t>
            </a:r>
          </a:p>
          <a:p>
            <a:r>
              <a:rPr lang="en-US" sz="1100" dirty="0">
                <a:solidFill>
                  <a:schemeClr val="tx1"/>
                </a:solidFill>
              </a:rPr>
              <a:t>8 GB ram</a:t>
            </a:r>
          </a:p>
          <a:p>
            <a:r>
              <a:rPr lang="en-US" sz="1100" dirty="0">
                <a:solidFill>
                  <a:schemeClr val="tx1"/>
                </a:solidFill>
              </a:rPr>
              <a:t>50 + 100 GB storage</a:t>
            </a:r>
          </a:p>
          <a:p>
            <a:endParaRPr lang="en-MY" sz="12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4E4197-8F3B-09BD-30DB-2DC60BC99823}"/>
              </a:ext>
            </a:extLst>
          </p:cNvPr>
          <p:cNvSpPr/>
          <p:nvPr/>
        </p:nvSpPr>
        <p:spPr>
          <a:xfrm>
            <a:off x="2081622" y="1988547"/>
            <a:ext cx="8431859" cy="178947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A8419D-519B-CF50-7957-DBCE9DD83B45}"/>
              </a:ext>
            </a:extLst>
          </p:cNvPr>
          <p:cNvSpPr/>
          <p:nvPr/>
        </p:nvSpPr>
        <p:spPr>
          <a:xfrm>
            <a:off x="6597445" y="2278250"/>
            <a:ext cx="1136822" cy="1376171"/>
          </a:xfrm>
          <a:prstGeom prst="rect">
            <a:avLst/>
          </a:prstGeom>
          <a:solidFill>
            <a:srgbClr val="F4B18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ECS + EVS</a:t>
            </a:r>
            <a:endParaRPr lang="en-US" sz="1100" b="1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vCPU</a:t>
            </a:r>
          </a:p>
          <a:p>
            <a:r>
              <a:rPr lang="en-US" sz="1100" dirty="0">
                <a:solidFill>
                  <a:schemeClr val="tx1"/>
                </a:solidFill>
              </a:rPr>
              <a:t>8 GB ram</a:t>
            </a:r>
          </a:p>
          <a:p>
            <a:r>
              <a:rPr lang="en-US" sz="1100" dirty="0">
                <a:solidFill>
                  <a:schemeClr val="tx1"/>
                </a:solidFill>
              </a:rPr>
              <a:t>50 + 100 GB storage</a:t>
            </a:r>
          </a:p>
          <a:p>
            <a:endParaRPr lang="en-MY" sz="12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74F8E9-1AF1-EE9C-DD8D-0AA6DF23710C}"/>
              </a:ext>
            </a:extLst>
          </p:cNvPr>
          <p:cNvSpPr/>
          <p:nvPr/>
        </p:nvSpPr>
        <p:spPr>
          <a:xfrm>
            <a:off x="2235381" y="2743647"/>
            <a:ext cx="1136822" cy="4324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OBS</a:t>
            </a:r>
            <a:endParaRPr lang="en-MY" sz="140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7BB061-2804-9A44-37DB-3F57B0E132C8}"/>
              </a:ext>
            </a:extLst>
          </p:cNvPr>
          <p:cNvSpPr/>
          <p:nvPr/>
        </p:nvSpPr>
        <p:spPr>
          <a:xfrm>
            <a:off x="3502691" y="2297177"/>
            <a:ext cx="1377513" cy="1376171"/>
          </a:xfrm>
          <a:prstGeom prst="rect">
            <a:avLst/>
          </a:prstGeom>
          <a:solidFill>
            <a:srgbClr val="F4B183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DAYU</a:t>
            </a:r>
            <a:endParaRPr lang="en-MY" sz="1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0A6E8-2B0A-5FAB-55E0-511FC6035017}"/>
              </a:ext>
            </a:extLst>
          </p:cNvPr>
          <p:cNvSpPr/>
          <p:nvPr/>
        </p:nvSpPr>
        <p:spPr>
          <a:xfrm>
            <a:off x="3636732" y="2450797"/>
            <a:ext cx="1136822" cy="4324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CDM</a:t>
            </a:r>
            <a:endParaRPr lang="en-MY" sz="14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7EC7B9-D4B2-7B15-8A81-30DED2846E89}"/>
              </a:ext>
            </a:extLst>
          </p:cNvPr>
          <p:cNvSpPr/>
          <p:nvPr/>
        </p:nvSpPr>
        <p:spPr>
          <a:xfrm>
            <a:off x="5125188" y="2707976"/>
            <a:ext cx="1136822" cy="4324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DLI</a:t>
            </a:r>
            <a:endParaRPr lang="en-MY" sz="120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AF519A-33E0-B578-9B20-F073383F92E8}"/>
              </a:ext>
            </a:extLst>
          </p:cNvPr>
          <p:cNvSpPr/>
          <p:nvPr/>
        </p:nvSpPr>
        <p:spPr>
          <a:xfrm>
            <a:off x="3631421" y="3098375"/>
            <a:ext cx="1136822" cy="4324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DataArts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Factory</a:t>
            </a:r>
            <a:endParaRPr lang="en-MY" sz="1400" b="1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CBEB06-9BB7-94C6-86A1-784C50AED9D1}"/>
              </a:ext>
            </a:extLst>
          </p:cNvPr>
          <p:cNvSpPr/>
          <p:nvPr/>
        </p:nvSpPr>
        <p:spPr>
          <a:xfrm>
            <a:off x="7987052" y="2278250"/>
            <a:ext cx="1136822" cy="137617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ECS + EVS</a:t>
            </a:r>
            <a:endParaRPr lang="en-US" sz="1100" b="1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8vCPU</a:t>
            </a:r>
          </a:p>
          <a:p>
            <a:r>
              <a:rPr lang="en-US" sz="1100" dirty="0">
                <a:solidFill>
                  <a:schemeClr val="tx1"/>
                </a:solidFill>
              </a:rPr>
              <a:t>16 GB ram</a:t>
            </a:r>
          </a:p>
          <a:p>
            <a:r>
              <a:rPr lang="en-US" sz="1100" dirty="0">
                <a:solidFill>
                  <a:schemeClr val="tx1"/>
                </a:solidFill>
              </a:rPr>
              <a:t>50 + 100 GB storage</a:t>
            </a:r>
          </a:p>
          <a:p>
            <a:endParaRPr lang="en-MY" sz="1200" b="1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0FF10C-A563-D14A-F4B5-AC33D56C96AE}"/>
              </a:ext>
            </a:extLst>
          </p:cNvPr>
          <p:cNvSpPr/>
          <p:nvPr/>
        </p:nvSpPr>
        <p:spPr>
          <a:xfrm>
            <a:off x="2081622" y="3993110"/>
            <a:ext cx="8431859" cy="12718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4A4A6C-B424-6D1C-1523-5181E048CBBB}"/>
              </a:ext>
            </a:extLst>
          </p:cNvPr>
          <p:cNvSpPr/>
          <p:nvPr/>
        </p:nvSpPr>
        <p:spPr>
          <a:xfrm>
            <a:off x="5395569" y="4035902"/>
            <a:ext cx="1136822" cy="11257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RDS PG Primary | Standby </a:t>
            </a:r>
            <a:r>
              <a:rPr lang="en-US" sz="1200" dirty="0">
                <a:solidFill>
                  <a:schemeClr val="tx1"/>
                </a:solidFill>
              </a:rPr>
              <a:t>4vCPU</a:t>
            </a:r>
          </a:p>
          <a:p>
            <a:r>
              <a:rPr lang="en-US" sz="1200" dirty="0">
                <a:solidFill>
                  <a:schemeClr val="tx1"/>
                </a:solidFill>
              </a:rPr>
              <a:t>16 GB ram</a:t>
            </a:r>
            <a:endParaRPr lang="en-MY" sz="11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D75EB7-DC2C-C88C-F682-C03EB1439385}"/>
              </a:ext>
            </a:extLst>
          </p:cNvPr>
          <p:cNvSpPr/>
          <p:nvPr/>
        </p:nvSpPr>
        <p:spPr>
          <a:xfrm>
            <a:off x="6785176" y="4035902"/>
            <a:ext cx="1136822" cy="11257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RDS Postgres Primary | Standby</a:t>
            </a:r>
          </a:p>
          <a:p>
            <a:r>
              <a:rPr lang="en-US" sz="1100" dirty="0">
                <a:solidFill>
                  <a:schemeClr val="tx1"/>
                </a:solidFill>
              </a:rPr>
              <a:t>Ultra-</a:t>
            </a:r>
            <a:r>
              <a:rPr lang="en-US" sz="1100" dirty="0" err="1">
                <a:solidFill>
                  <a:schemeClr val="tx1"/>
                </a:solidFill>
              </a:rPr>
              <a:t>hig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dirty="0" err="1">
                <a:solidFill>
                  <a:schemeClr val="tx1"/>
                </a:solidFill>
              </a:rPr>
              <a:t>i</a:t>
            </a:r>
            <a:r>
              <a:rPr lang="en-US" sz="1100" dirty="0">
                <a:solidFill>
                  <a:schemeClr val="tx1"/>
                </a:solidFill>
              </a:rPr>
              <a:t>/O</a:t>
            </a:r>
          </a:p>
          <a:p>
            <a:r>
              <a:rPr lang="en-US" sz="1100" dirty="0">
                <a:solidFill>
                  <a:schemeClr val="tx1"/>
                </a:solidFill>
              </a:rPr>
              <a:t>Storage 500GB</a:t>
            </a:r>
            <a:endParaRPr lang="en-MY" sz="11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F4E639-92AA-7735-1106-E04CFFEAA99B}"/>
              </a:ext>
            </a:extLst>
          </p:cNvPr>
          <p:cNvSpPr/>
          <p:nvPr/>
        </p:nvSpPr>
        <p:spPr>
          <a:xfrm>
            <a:off x="4005962" y="4035902"/>
            <a:ext cx="1136822" cy="11257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tx1"/>
                </a:solidFill>
              </a:rPr>
              <a:t>Cloud Backup and Storage(CBS)</a:t>
            </a:r>
            <a:endParaRPr lang="en-MY" sz="11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FF1FA9-2084-0513-A471-45B9CEA14328}"/>
              </a:ext>
            </a:extLst>
          </p:cNvPr>
          <p:cNvSpPr/>
          <p:nvPr/>
        </p:nvSpPr>
        <p:spPr>
          <a:xfrm>
            <a:off x="2081621" y="5419498"/>
            <a:ext cx="8431859" cy="12718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71DF57-0B96-4FD4-CA15-AE0796C1147F}"/>
              </a:ext>
            </a:extLst>
          </p:cNvPr>
          <p:cNvSpPr/>
          <p:nvPr/>
        </p:nvSpPr>
        <p:spPr>
          <a:xfrm>
            <a:off x="6012657" y="5792720"/>
            <a:ext cx="664006" cy="43248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Log Tank</a:t>
            </a:r>
            <a:endParaRPr lang="en-MY" sz="1400" b="1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877BE3-369C-7F07-F0FA-838B263B2F0A}"/>
              </a:ext>
            </a:extLst>
          </p:cNvPr>
          <p:cNvSpPr/>
          <p:nvPr/>
        </p:nvSpPr>
        <p:spPr>
          <a:xfrm>
            <a:off x="5207838" y="5792720"/>
            <a:ext cx="664006" cy="43248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AOM, CES</a:t>
            </a:r>
            <a:endParaRPr lang="en-MY" sz="1400" b="1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7E64C6-3786-08DC-350F-F89D677A36C7}"/>
              </a:ext>
            </a:extLst>
          </p:cNvPr>
          <p:cNvSpPr/>
          <p:nvPr/>
        </p:nvSpPr>
        <p:spPr>
          <a:xfrm>
            <a:off x="3743382" y="5811691"/>
            <a:ext cx="1136822" cy="4324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SFS</a:t>
            </a:r>
            <a:endParaRPr lang="en-MY" sz="14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7978DD-CF2E-53C5-CDDC-103D5FCFE308}"/>
              </a:ext>
            </a:extLst>
          </p:cNvPr>
          <p:cNvSpPr/>
          <p:nvPr/>
        </p:nvSpPr>
        <p:spPr>
          <a:xfrm>
            <a:off x="2494599" y="6115883"/>
            <a:ext cx="1136822" cy="4324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HSS </a:t>
            </a:r>
            <a:r>
              <a:rPr lang="en-US" sz="1400" dirty="0">
                <a:solidFill>
                  <a:schemeClr val="tx1"/>
                </a:solidFill>
              </a:rPr>
              <a:t>x6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endParaRPr lang="en-MY" sz="14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9FEA1E-BCAB-D2FD-B3C4-BF961914BD5D}"/>
              </a:ext>
            </a:extLst>
          </p:cNvPr>
          <p:cNvSpPr/>
          <p:nvPr/>
        </p:nvSpPr>
        <p:spPr>
          <a:xfrm>
            <a:off x="2494599" y="5540392"/>
            <a:ext cx="1136822" cy="4324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1"/>
                </a:solidFill>
              </a:rPr>
              <a:t>SecMaster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x6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endParaRPr lang="en-MY" sz="1400" b="1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99DD92-42CB-F0E9-4CD1-2577F286D08B}"/>
              </a:ext>
            </a:extLst>
          </p:cNvPr>
          <p:cNvSpPr txBox="1"/>
          <p:nvPr/>
        </p:nvSpPr>
        <p:spPr>
          <a:xfrm>
            <a:off x="11469292" y="344292"/>
            <a:ext cx="7156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User</a:t>
            </a:r>
            <a:endParaRPr lang="en-MY" sz="1050" b="1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9B33CED-535E-F962-4BBA-2B1F0E0B49B1}"/>
              </a:ext>
            </a:extLst>
          </p:cNvPr>
          <p:cNvSpPr/>
          <p:nvPr/>
        </p:nvSpPr>
        <p:spPr>
          <a:xfrm>
            <a:off x="11505487" y="920315"/>
            <a:ext cx="664008" cy="47778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</a:rPr>
              <a:t>WAF, </a:t>
            </a:r>
            <a:r>
              <a:rPr lang="en-US" sz="900" b="1" dirty="0" err="1">
                <a:solidFill>
                  <a:schemeClr val="tx1"/>
                </a:solidFill>
              </a:rPr>
              <a:t>AntiDDos</a:t>
            </a:r>
            <a:r>
              <a:rPr lang="en-US" sz="900" b="1" dirty="0">
                <a:solidFill>
                  <a:schemeClr val="tx1"/>
                </a:solidFill>
              </a:rPr>
              <a:t>,</a:t>
            </a:r>
            <a:endParaRPr lang="en-MY" sz="900" b="1" dirty="0">
              <a:solidFill>
                <a:schemeClr val="tx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AC4C20-7316-89A7-FA5F-5732F8D9B948}"/>
              </a:ext>
            </a:extLst>
          </p:cNvPr>
          <p:cNvCxnSpPr>
            <a:cxnSpLocks/>
          </p:cNvCxnSpPr>
          <p:nvPr/>
        </p:nvCxnSpPr>
        <p:spPr>
          <a:xfrm>
            <a:off x="11835070" y="624260"/>
            <a:ext cx="0" cy="222189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C0FB191A-9555-2A2F-F45D-3CE1961D2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1720" y="4210839"/>
            <a:ext cx="664007" cy="337111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6167A989-78E9-003E-0385-6AFCB4A56803}"/>
              </a:ext>
            </a:extLst>
          </p:cNvPr>
          <p:cNvSpPr/>
          <p:nvPr/>
        </p:nvSpPr>
        <p:spPr>
          <a:xfrm>
            <a:off x="11638752" y="3107623"/>
            <a:ext cx="424506" cy="2608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VPN, </a:t>
            </a:r>
            <a:endParaRPr lang="en-MY" sz="1000" b="1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797149F-AF91-5A4E-BAC4-9FBCA4634E3C}"/>
              </a:ext>
            </a:extLst>
          </p:cNvPr>
          <p:cNvCxnSpPr/>
          <p:nvPr/>
        </p:nvCxnSpPr>
        <p:spPr>
          <a:xfrm flipV="1">
            <a:off x="11835070" y="3489527"/>
            <a:ext cx="0" cy="630164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13FCA606-4E16-933C-D8F6-30D5E3BCF171}"/>
              </a:ext>
            </a:extLst>
          </p:cNvPr>
          <p:cNvSpPr/>
          <p:nvPr/>
        </p:nvSpPr>
        <p:spPr>
          <a:xfrm>
            <a:off x="10869573" y="1003448"/>
            <a:ext cx="471009" cy="3115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ELB</a:t>
            </a:r>
            <a:endParaRPr lang="en-MY" sz="1100" b="1" dirty="0">
              <a:solidFill>
                <a:schemeClr val="tx1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2F52046-A89F-1930-F0B4-63BDDDC1738D}"/>
              </a:ext>
            </a:extLst>
          </p:cNvPr>
          <p:cNvCxnSpPr>
            <a:cxnSpLocks/>
            <a:stCxn id="47" idx="1"/>
            <a:endCxn id="54" idx="3"/>
          </p:cNvCxnSpPr>
          <p:nvPr/>
        </p:nvCxnSpPr>
        <p:spPr>
          <a:xfrm flipH="1">
            <a:off x="11340582" y="1159206"/>
            <a:ext cx="164905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DB737471-63A3-4C49-D754-7022C93BEDE6}"/>
              </a:ext>
            </a:extLst>
          </p:cNvPr>
          <p:cNvSpPr/>
          <p:nvPr/>
        </p:nvSpPr>
        <p:spPr>
          <a:xfrm>
            <a:off x="10818984" y="3082290"/>
            <a:ext cx="554434" cy="3115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NAT</a:t>
            </a:r>
            <a:endParaRPr lang="en-MY" sz="1400" b="1" dirty="0">
              <a:solidFill>
                <a:schemeClr val="tx1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EAA56D6-F48A-6969-B78A-B25909BA5A8D}"/>
              </a:ext>
            </a:extLst>
          </p:cNvPr>
          <p:cNvCxnSpPr>
            <a:cxnSpLocks/>
            <a:stCxn id="50" idx="1"/>
            <a:endCxn id="56" idx="3"/>
          </p:cNvCxnSpPr>
          <p:nvPr/>
        </p:nvCxnSpPr>
        <p:spPr>
          <a:xfrm flipH="1">
            <a:off x="11373418" y="3238048"/>
            <a:ext cx="2653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95520A1E-DB9D-CA4A-3F05-B0138D990C63}"/>
              </a:ext>
            </a:extLst>
          </p:cNvPr>
          <p:cNvCxnSpPr>
            <a:cxnSpLocks/>
            <a:stCxn id="56" idx="1"/>
            <a:endCxn id="3" idx="3"/>
          </p:cNvCxnSpPr>
          <p:nvPr/>
        </p:nvCxnSpPr>
        <p:spPr>
          <a:xfrm rot="10800000">
            <a:off x="10513482" y="1093546"/>
            <a:ext cx="305503" cy="21445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A1F1C256-D990-4469-1A43-ABE68EC13EEA}"/>
              </a:ext>
            </a:extLst>
          </p:cNvPr>
          <p:cNvCxnSpPr/>
          <p:nvPr/>
        </p:nvCxnSpPr>
        <p:spPr>
          <a:xfrm rot="10800000">
            <a:off x="10441858" y="3238048"/>
            <a:ext cx="377126" cy="1270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CF6EE92E-128F-7438-B3B6-66E6E845E5C2}"/>
              </a:ext>
            </a:extLst>
          </p:cNvPr>
          <p:cNvCxnSpPr>
            <a:stCxn id="56" idx="1"/>
            <a:endCxn id="21" idx="3"/>
          </p:cNvCxnSpPr>
          <p:nvPr/>
        </p:nvCxnSpPr>
        <p:spPr>
          <a:xfrm rot="10800000" flipV="1">
            <a:off x="10513482" y="3238048"/>
            <a:ext cx="305503" cy="139100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31770941-7C17-0D5B-B32B-A9CF58762EE9}"/>
              </a:ext>
            </a:extLst>
          </p:cNvPr>
          <p:cNvSpPr/>
          <p:nvPr/>
        </p:nvSpPr>
        <p:spPr>
          <a:xfrm>
            <a:off x="11299933" y="1929414"/>
            <a:ext cx="869562" cy="8142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50" b="1" dirty="0">
                <a:solidFill>
                  <a:schemeClr val="tx1"/>
                </a:solidFill>
              </a:rPr>
              <a:t>Jump Host</a:t>
            </a:r>
          </a:p>
          <a:p>
            <a:r>
              <a:rPr lang="en-US" sz="1050" dirty="0">
                <a:solidFill>
                  <a:schemeClr val="tx1"/>
                </a:solidFill>
              </a:rPr>
              <a:t>1vcpu</a:t>
            </a:r>
          </a:p>
          <a:p>
            <a:r>
              <a:rPr lang="en-US" sz="1050" dirty="0">
                <a:solidFill>
                  <a:schemeClr val="tx1"/>
                </a:solidFill>
              </a:rPr>
              <a:t>2GB</a:t>
            </a:r>
          </a:p>
          <a:p>
            <a:r>
              <a:rPr lang="en-US" sz="1050" dirty="0">
                <a:solidFill>
                  <a:schemeClr val="tx1"/>
                </a:solidFill>
              </a:rPr>
              <a:t>50 GB storage</a:t>
            </a:r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A460150D-D7B1-97A0-2AF2-C1A7449C6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9292" y="-6534"/>
            <a:ext cx="664007" cy="337111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CD243A0E-5BC7-8DFA-DE29-02295E5C9D91}"/>
              </a:ext>
            </a:extLst>
          </p:cNvPr>
          <p:cNvSpPr txBox="1"/>
          <p:nvPr/>
        </p:nvSpPr>
        <p:spPr>
          <a:xfrm>
            <a:off x="11340582" y="4629048"/>
            <a:ext cx="9318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Developer</a:t>
            </a:r>
            <a:endParaRPr lang="en-MY" sz="1050" b="1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F23F9CD-C3A7-F3DE-F228-4ADC4EEF643D}"/>
              </a:ext>
            </a:extLst>
          </p:cNvPr>
          <p:cNvSpPr/>
          <p:nvPr/>
        </p:nvSpPr>
        <p:spPr>
          <a:xfrm>
            <a:off x="9098510" y="486926"/>
            <a:ext cx="1426954" cy="3288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b="1" dirty="0">
                <a:solidFill>
                  <a:schemeClr val="tx1"/>
                </a:solidFill>
              </a:rPr>
              <a:t>Web Subnet ()</a:t>
            </a:r>
            <a:endParaRPr lang="en-MY" sz="1400" b="1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A3CA0E0-9F0D-D2BF-17B3-74CA282BF550}"/>
              </a:ext>
            </a:extLst>
          </p:cNvPr>
          <p:cNvSpPr/>
          <p:nvPr/>
        </p:nvSpPr>
        <p:spPr>
          <a:xfrm>
            <a:off x="8069645" y="1994205"/>
            <a:ext cx="2411937" cy="300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b="1" dirty="0">
                <a:solidFill>
                  <a:schemeClr val="tx1"/>
                </a:solidFill>
              </a:rPr>
              <a:t>App Subnet ()</a:t>
            </a:r>
            <a:endParaRPr lang="en-MY" sz="1400" b="1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80E7DD3-83C4-7B57-5865-FCF1B73E1219}"/>
              </a:ext>
            </a:extLst>
          </p:cNvPr>
          <p:cNvSpPr/>
          <p:nvPr/>
        </p:nvSpPr>
        <p:spPr>
          <a:xfrm>
            <a:off x="8093135" y="4025585"/>
            <a:ext cx="2411938" cy="3006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b="1" dirty="0">
                <a:solidFill>
                  <a:schemeClr val="tx1"/>
                </a:solidFill>
              </a:rPr>
              <a:t>Db Subnet ()</a:t>
            </a:r>
            <a:endParaRPr lang="en-MY" sz="1400" b="1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AC94A6C-3C6E-6D05-FD96-046A277CFC15}"/>
              </a:ext>
            </a:extLst>
          </p:cNvPr>
          <p:cNvSpPr/>
          <p:nvPr/>
        </p:nvSpPr>
        <p:spPr>
          <a:xfrm>
            <a:off x="207998" y="2502820"/>
            <a:ext cx="814557" cy="73522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>
                <a:solidFill>
                  <a:schemeClr val="tx1"/>
                </a:solidFill>
              </a:rPr>
              <a:t>Whatsapp</a:t>
            </a:r>
            <a:r>
              <a:rPr lang="en-US" sz="1100" b="1" dirty="0">
                <a:solidFill>
                  <a:schemeClr val="tx1"/>
                </a:solidFill>
              </a:rPr>
              <a:t> Bot</a:t>
            </a:r>
            <a:endParaRPr lang="en-MY" sz="1100" b="1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50C95EB-C3E9-0049-3F5E-03B2CC0A9149}"/>
              </a:ext>
            </a:extLst>
          </p:cNvPr>
          <p:cNvSpPr/>
          <p:nvPr/>
        </p:nvSpPr>
        <p:spPr>
          <a:xfrm>
            <a:off x="208000" y="1602382"/>
            <a:ext cx="799120" cy="619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AI Voice</a:t>
            </a:r>
            <a:endParaRPr lang="en-MY" sz="1100" b="1" dirty="0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DE03784-6768-6B8B-F380-5BA38686317A}"/>
              </a:ext>
            </a:extLst>
          </p:cNvPr>
          <p:cNvSpPr/>
          <p:nvPr/>
        </p:nvSpPr>
        <p:spPr>
          <a:xfrm>
            <a:off x="215801" y="3393806"/>
            <a:ext cx="778844" cy="73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Social Media Analytics</a:t>
            </a:r>
            <a:endParaRPr lang="en-MY" sz="1100" b="1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F35A80F-2A43-E1A8-C2EE-AE750187ED65}"/>
              </a:ext>
            </a:extLst>
          </p:cNvPr>
          <p:cNvSpPr/>
          <p:nvPr/>
        </p:nvSpPr>
        <p:spPr>
          <a:xfrm>
            <a:off x="1188621" y="186345"/>
            <a:ext cx="5634682" cy="3006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VPC () </a:t>
            </a:r>
            <a:endParaRPr lang="en-MY" sz="1400" b="1" dirty="0">
              <a:solidFill>
                <a:schemeClr val="tx1"/>
              </a:solidFill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7ED934B-A1A5-0BFF-D137-DFB8934D38A6}"/>
              </a:ext>
            </a:extLst>
          </p:cNvPr>
          <p:cNvCxnSpPr>
            <a:cxnSpLocks/>
          </p:cNvCxnSpPr>
          <p:nvPr/>
        </p:nvCxnSpPr>
        <p:spPr>
          <a:xfrm flipH="1">
            <a:off x="1025645" y="2878965"/>
            <a:ext cx="904241" cy="882455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25CC523D-FC83-2DE0-33DF-7FF28CC9CACA}"/>
              </a:ext>
            </a:extLst>
          </p:cNvPr>
          <p:cNvCxnSpPr>
            <a:cxnSpLocks/>
          </p:cNvCxnSpPr>
          <p:nvPr/>
        </p:nvCxnSpPr>
        <p:spPr>
          <a:xfrm flipH="1" flipV="1">
            <a:off x="1025645" y="1997283"/>
            <a:ext cx="925489" cy="88422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2F06762-9645-0001-A3F3-982A4D645897}"/>
              </a:ext>
            </a:extLst>
          </p:cNvPr>
          <p:cNvCxnSpPr>
            <a:cxnSpLocks/>
            <a:stCxn id="103" idx="3"/>
          </p:cNvCxnSpPr>
          <p:nvPr/>
        </p:nvCxnSpPr>
        <p:spPr>
          <a:xfrm>
            <a:off x="1022555" y="2870434"/>
            <a:ext cx="1059066" cy="12849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6BC87B0-F347-3298-4760-643D1C3C1AFE}"/>
              </a:ext>
            </a:extLst>
          </p:cNvPr>
          <p:cNvSpPr/>
          <p:nvPr/>
        </p:nvSpPr>
        <p:spPr>
          <a:xfrm>
            <a:off x="8113979" y="5439208"/>
            <a:ext cx="2411938" cy="3006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b="1" dirty="0">
                <a:solidFill>
                  <a:schemeClr val="tx1"/>
                </a:solidFill>
              </a:rPr>
              <a:t>Security</a:t>
            </a:r>
            <a:endParaRPr lang="en-MY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269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12289</TotalTime>
  <Words>127</Words>
  <Application>Microsoft Office PowerPoint</Application>
  <PresentationFormat>Widescreen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Norman Sara Binti Othman</dc:creator>
  <cp:lastModifiedBy>Marvin Raj A/L Nadarajan</cp:lastModifiedBy>
  <cp:revision>78</cp:revision>
  <dcterms:created xsi:type="dcterms:W3CDTF">2025-02-27T03:59:16Z</dcterms:created>
  <dcterms:modified xsi:type="dcterms:W3CDTF">2025-07-25T02:47:03Z</dcterms:modified>
</cp:coreProperties>
</file>